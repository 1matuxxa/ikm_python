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Lora" pitchFamily="2" charset="0"/>
      <p:regular r:id="rId15"/>
      <p:bold r:id="rId16"/>
      <p:italic r:id="rId17"/>
      <p:boldItalic r:id="rId18"/>
    </p:embeddedFont>
    <p:embeddedFont>
      <p:font typeface="Lora Medium" pitchFamily="2" charset="0"/>
      <p:regular r:id="rId19"/>
      <p:bold r:id="rId20"/>
      <p:italic r:id="rId21"/>
      <p:boldItalic r:id="rId22"/>
    </p:embeddedFont>
    <p:embeddedFont>
      <p:font typeface="Lora SemiBold" panose="020B0604020202020204" charset="0"/>
      <p:regular r:id="rId23"/>
      <p:bold r:id="rId24"/>
      <p:italic r:id="rId25"/>
      <p:boldItalic r:id="rId26"/>
    </p:embeddedFont>
    <p:embeddedFont>
      <p:font typeface="Roboto Mono" panose="00000009000000000000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dc162b274_0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edc162b274_0_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dc162b274_0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dc162b274_0_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dc162b274_0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edc162b274_0_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dc162b274_0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edc162b274_0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dc162b274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edc162b274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dc162b274_0_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edc162b274_0_8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dc162b274_0_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dc162b274_0_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dc162b274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dc162b274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dc162b274_0_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dc162b274_0_8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dc162b274_0_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dc162b274_0_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dc162b274_0_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dc162b274_0_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32406" y="2143888"/>
            <a:ext cx="6858000" cy="12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932406" y="3525592"/>
            <a:ext cx="68580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4" name="Google Shape;14;p2" descr="Рисунок 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563" y="573591"/>
            <a:ext cx="927787" cy="927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729563" y="1919270"/>
            <a:ext cx="81900" cy="21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7741267" y="171773"/>
            <a:ext cx="496500" cy="5211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8226878" y="-21035"/>
            <a:ext cx="917100" cy="9627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7929362" y="483115"/>
            <a:ext cx="715800" cy="7512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349342" y="3876849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8575419" y="3485148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123000" y="4248515"/>
            <a:ext cx="744900" cy="7818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7537051" y="2961161"/>
            <a:ext cx="446400" cy="4686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845146" y="2815926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8469911" y="1885552"/>
            <a:ext cx="276900" cy="290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81353" y="4476790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-136279" y="4549867"/>
            <a:ext cx="496500" cy="5211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7925173" y="4570648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6457949" y="4767263"/>
            <a:ext cx="232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28650" y="1388269"/>
            <a:ext cx="7886700" cy="3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6357037" y="4733925"/>
            <a:ext cx="232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>
  <p:cSld name="Рисунок с подписью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Заголовок раздела">
  <p:cSld name="1_Заголовок раздела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43397" y="393699"/>
            <a:ext cx="27381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300"/>
              <a:buFont typeface="Arial"/>
              <a:buNone/>
              <a:defRPr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058521" y="1031478"/>
            <a:ext cx="36432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>
            <a:spLocks noGrp="1"/>
          </p:cNvSpPr>
          <p:nvPr>
            <p:ph type="pic" idx="2"/>
          </p:nvPr>
        </p:nvSpPr>
        <p:spPr>
          <a:xfrm>
            <a:off x="4020422" y="2278062"/>
            <a:ext cx="5123700" cy="24273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5"/>
          <p:cNvSpPr>
            <a:spLocks noGrp="1"/>
          </p:cNvSpPr>
          <p:nvPr>
            <p:ph type="pic" idx="3"/>
          </p:nvPr>
        </p:nvSpPr>
        <p:spPr>
          <a:xfrm>
            <a:off x="841533" y="2278062"/>
            <a:ext cx="2904900" cy="24273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/>
          <p:nvPr/>
        </p:nvSpPr>
        <p:spPr>
          <a:xfrm>
            <a:off x="-1" y="0"/>
            <a:ext cx="1269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713741" y="393699"/>
            <a:ext cx="430200" cy="451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8230672" y="172322"/>
            <a:ext cx="210900" cy="2214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276301" y="4434986"/>
            <a:ext cx="291300" cy="3057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>
  <p:cSld name="Пустой слайд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>
            <a:spLocks noGrp="1"/>
          </p:cNvSpPr>
          <p:nvPr>
            <p:ph type="pic" idx="2"/>
          </p:nvPr>
        </p:nvSpPr>
        <p:spPr>
          <a:xfrm>
            <a:off x="0" y="741363"/>
            <a:ext cx="6458100" cy="2560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5777349" y="1185663"/>
            <a:ext cx="27381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4100"/>
              <a:buFont typeface="Arial"/>
              <a:buNone/>
              <a:defRPr sz="4100"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628650" y="3635971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3028950" y="3635969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5429250" y="3632200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468716" y="3625935"/>
            <a:ext cx="144300" cy="151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258708" y="505950"/>
            <a:ext cx="430200" cy="451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947969" y="163711"/>
            <a:ext cx="276900" cy="2904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2884690" y="3625935"/>
            <a:ext cx="144300" cy="151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284991" y="3625935"/>
            <a:ext cx="144300" cy="151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6457949" y="4767263"/>
            <a:ext cx="232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>
  <p:cSld name="Заголовок раздела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409733" y="1858566"/>
            <a:ext cx="36432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409733" y="4018359"/>
            <a:ext cx="36432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None/>
              <a:defRPr sz="1800">
                <a:solidFill>
                  <a:srgbClr val="262626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>
            <a:spLocks noGrp="1"/>
          </p:cNvSpPr>
          <p:nvPr>
            <p:ph type="pic" idx="2"/>
          </p:nvPr>
        </p:nvSpPr>
        <p:spPr>
          <a:xfrm>
            <a:off x="6603999" y="0"/>
            <a:ext cx="2311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7"/>
          <p:cNvSpPr>
            <a:spLocks noGrp="1"/>
          </p:cNvSpPr>
          <p:nvPr>
            <p:ph type="pic" idx="3"/>
          </p:nvPr>
        </p:nvSpPr>
        <p:spPr>
          <a:xfrm>
            <a:off x="4216400" y="0"/>
            <a:ext cx="2298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7"/>
          <p:cNvSpPr/>
          <p:nvPr/>
        </p:nvSpPr>
        <p:spPr>
          <a:xfrm>
            <a:off x="2984973" y="224527"/>
            <a:ext cx="496500" cy="5211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3466493" y="-1"/>
            <a:ext cx="917100" cy="9627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3173068" y="535870"/>
            <a:ext cx="715800" cy="7512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8939743" y="4549255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8522111" y="4622332"/>
            <a:ext cx="496500" cy="5211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-master">
  <p:cSld name="DEFAULT-mast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628650" y="1686322"/>
            <a:ext cx="29019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3949700" y="596900"/>
            <a:ext cx="44703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3949700" y="1974850"/>
            <a:ext cx="44703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3949700" y="3352799"/>
            <a:ext cx="44703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>
            <a:spLocks noGrp="1"/>
          </p:cNvSpPr>
          <p:nvPr>
            <p:ph type="pic" idx="2"/>
          </p:nvPr>
        </p:nvSpPr>
        <p:spPr>
          <a:xfrm>
            <a:off x="3949303" y="596503"/>
            <a:ext cx="1562100" cy="11943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8"/>
          <p:cNvSpPr>
            <a:spLocks noGrp="1"/>
          </p:cNvSpPr>
          <p:nvPr>
            <p:ph type="pic" idx="3"/>
          </p:nvPr>
        </p:nvSpPr>
        <p:spPr>
          <a:xfrm>
            <a:off x="3949303" y="1974453"/>
            <a:ext cx="1562100" cy="11943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8"/>
          <p:cNvSpPr>
            <a:spLocks noGrp="1"/>
          </p:cNvSpPr>
          <p:nvPr>
            <p:ph type="pic" idx="4"/>
          </p:nvPr>
        </p:nvSpPr>
        <p:spPr>
          <a:xfrm>
            <a:off x="3949303" y="3352600"/>
            <a:ext cx="1562100" cy="11943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8"/>
          <p:cNvSpPr txBox="1">
            <a:spLocks noGrp="1"/>
          </p:cNvSpPr>
          <p:nvPr>
            <p:ph type="body" idx="1"/>
          </p:nvPr>
        </p:nvSpPr>
        <p:spPr>
          <a:xfrm>
            <a:off x="5695950" y="762142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body" idx="5"/>
          </p:nvPr>
        </p:nvSpPr>
        <p:spPr>
          <a:xfrm>
            <a:off x="5695950" y="2126054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body" idx="6"/>
          </p:nvPr>
        </p:nvSpPr>
        <p:spPr>
          <a:xfrm>
            <a:off x="5695950" y="3511607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8328443" y="4045848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8076434" y="4781330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3228847" y="3352600"/>
            <a:ext cx="446400" cy="4686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536943" y="3207364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881968" y="266884"/>
            <a:ext cx="446400" cy="4686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8204970" y="370913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8724072" y="1009945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8732769" y="3740918"/>
            <a:ext cx="663300" cy="696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>
            <a:spLocks noGrp="1"/>
          </p:cNvSpPr>
          <p:nvPr>
            <p:ph type="pic" idx="2"/>
          </p:nvPr>
        </p:nvSpPr>
        <p:spPr>
          <a:xfrm>
            <a:off x="-183524" y="-183524"/>
            <a:ext cx="9504600" cy="55539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2337209" y="2096395"/>
            <a:ext cx="4463100" cy="994200"/>
          </a:xfrm>
          <a:prstGeom prst="rect">
            <a:avLst/>
          </a:prstGeom>
          <a:solidFill>
            <a:srgbClr val="1A66FF"/>
          </a:solidFill>
          <a:ln w="143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>
            <a:spLocks noGrp="1"/>
          </p:cNvSpPr>
          <p:nvPr>
            <p:ph type="title"/>
          </p:nvPr>
        </p:nvSpPr>
        <p:spPr>
          <a:xfrm>
            <a:off x="3028950" y="273844"/>
            <a:ext cx="5486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300"/>
              <a:buFont typeface="Arial"/>
              <a:buNone/>
              <a:defRPr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1"/>
          </p:nvPr>
        </p:nvSpPr>
        <p:spPr>
          <a:xfrm>
            <a:off x="3028950" y="1369219"/>
            <a:ext cx="5486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0"/>
          <p:cNvSpPr>
            <a:spLocks noGrp="1"/>
          </p:cNvSpPr>
          <p:nvPr>
            <p:ph type="pic" idx="2"/>
          </p:nvPr>
        </p:nvSpPr>
        <p:spPr>
          <a:xfrm>
            <a:off x="188686" y="0"/>
            <a:ext cx="2619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0"/>
          <p:cNvSpPr/>
          <p:nvPr/>
        </p:nvSpPr>
        <p:spPr>
          <a:xfrm>
            <a:off x="83222" y="4632722"/>
            <a:ext cx="305100" cy="3204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493845" y="4535600"/>
            <a:ext cx="185100" cy="1941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8195487" y="145426"/>
            <a:ext cx="390300" cy="4098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Заголовок и объект">
  <p:cSld name="1_Заголовок и объект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3028950" y="273844"/>
            <a:ext cx="5486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300"/>
              <a:buFont typeface="Arial"/>
              <a:buNone/>
              <a:defRPr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3028950" y="1480457"/>
            <a:ext cx="54864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1"/>
          <p:cNvSpPr>
            <a:spLocks noGrp="1"/>
          </p:cNvSpPr>
          <p:nvPr>
            <p:ph type="pic" idx="2"/>
          </p:nvPr>
        </p:nvSpPr>
        <p:spPr>
          <a:xfrm>
            <a:off x="188686" y="0"/>
            <a:ext cx="2619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1"/>
          <p:cNvSpPr/>
          <p:nvPr/>
        </p:nvSpPr>
        <p:spPr>
          <a:xfrm>
            <a:off x="83222" y="4632722"/>
            <a:ext cx="305100" cy="3204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493845" y="4535600"/>
            <a:ext cx="185100" cy="1941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8195487" y="145426"/>
            <a:ext cx="390300" cy="4098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Два объекта">
  <p:cSld name="2_Два объекта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/>
          <p:nvPr/>
        </p:nvSpPr>
        <p:spPr>
          <a:xfrm>
            <a:off x="628650" y="1632857"/>
            <a:ext cx="36942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2"/>
          <p:cNvSpPr txBox="1">
            <a:spLocks noGrp="1"/>
          </p:cNvSpPr>
          <p:nvPr>
            <p:ph type="title"/>
          </p:nvPr>
        </p:nvSpPr>
        <p:spPr>
          <a:xfrm>
            <a:off x="628650" y="23520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4821011" y="1632857"/>
            <a:ext cx="36942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1971647" y="1453074"/>
            <a:ext cx="10083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6125612" y="1412170"/>
            <a:ext cx="10851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820859" y="2135047"/>
            <a:ext cx="3224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body" idx="2"/>
          </p:nvPr>
        </p:nvSpPr>
        <p:spPr>
          <a:xfrm>
            <a:off x="5011861" y="2135047"/>
            <a:ext cx="3224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Два объекта">
  <p:cSld name="Два объекта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/>
        </p:nvSpPr>
        <p:spPr>
          <a:xfrm>
            <a:off x="628649" y="1632857"/>
            <a:ext cx="22344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628650" y="23520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3454853" y="1632857"/>
            <a:ext cx="22344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6281057" y="1632856"/>
            <a:ext cx="22344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1310367" y="1453074"/>
            <a:ext cx="8709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4136570" y="1412170"/>
            <a:ext cx="8709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6962774" y="1412170"/>
            <a:ext cx="8709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771356" y="2135047"/>
            <a:ext cx="1950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2"/>
          </p:nvPr>
        </p:nvSpPr>
        <p:spPr>
          <a:xfrm>
            <a:off x="3596198" y="2135047"/>
            <a:ext cx="1950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3"/>
          </p:nvPr>
        </p:nvSpPr>
        <p:spPr>
          <a:xfrm>
            <a:off x="6421041" y="2132750"/>
            <a:ext cx="1950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Два объекта">
  <p:cSld name="1_Два объекта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508906" y="1632857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628650" y="23520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2578212" y="1632857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639409" y="1632856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1103538" y="1453074"/>
            <a:ext cx="7521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3172843" y="1412170"/>
            <a:ext cx="7521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5234041" y="1412170"/>
            <a:ext cx="7521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651611" y="2135047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body" idx="2"/>
          </p:nvPr>
        </p:nvSpPr>
        <p:spPr>
          <a:xfrm>
            <a:off x="2719558" y="2135047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3"/>
          </p:nvPr>
        </p:nvSpPr>
        <p:spPr>
          <a:xfrm>
            <a:off x="4779392" y="2132750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6709226" y="1632856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7303857" y="1412170"/>
            <a:ext cx="752100" cy="62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28575" dir="27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 txBox="1">
            <a:spLocks noGrp="1"/>
          </p:cNvSpPr>
          <p:nvPr>
            <p:ph type="body" idx="4"/>
          </p:nvPr>
        </p:nvSpPr>
        <p:spPr>
          <a:xfrm>
            <a:off x="6849209" y="2132750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Два объекта">
  <p:cSld name="3_Два объекта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/>
          <p:nvPr/>
        </p:nvSpPr>
        <p:spPr>
          <a:xfrm>
            <a:off x="628650" y="1632857"/>
            <a:ext cx="36942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628650" y="42641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4821011" y="1632857"/>
            <a:ext cx="36942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>
            <a:spLocks noGrp="1"/>
          </p:cNvSpPr>
          <p:nvPr>
            <p:ph type="body" idx="1"/>
          </p:nvPr>
        </p:nvSpPr>
        <p:spPr>
          <a:xfrm>
            <a:off x="820859" y="1770206"/>
            <a:ext cx="3224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body" idx="2"/>
          </p:nvPr>
        </p:nvSpPr>
        <p:spPr>
          <a:xfrm>
            <a:off x="5011861" y="1770206"/>
            <a:ext cx="3224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Два объекта">
  <p:cSld name="4_Два объекта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628649" y="1632857"/>
            <a:ext cx="22344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628650" y="42411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3454853" y="1632857"/>
            <a:ext cx="22344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281057" y="1632856"/>
            <a:ext cx="22344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 txBox="1">
            <a:spLocks noGrp="1"/>
          </p:cNvSpPr>
          <p:nvPr>
            <p:ph type="body" idx="1"/>
          </p:nvPr>
        </p:nvSpPr>
        <p:spPr>
          <a:xfrm>
            <a:off x="771356" y="1635153"/>
            <a:ext cx="1950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body" idx="2"/>
          </p:nvPr>
        </p:nvSpPr>
        <p:spPr>
          <a:xfrm>
            <a:off x="3596198" y="1635153"/>
            <a:ext cx="1950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body" idx="3"/>
          </p:nvPr>
        </p:nvSpPr>
        <p:spPr>
          <a:xfrm>
            <a:off x="6421041" y="1632856"/>
            <a:ext cx="1950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Два объекта">
  <p:cSld name="5_Два объекта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508906" y="1632857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628650" y="42411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2578212" y="1632857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639409" y="1632856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>
            <a:spLocks noGrp="1"/>
          </p:cNvSpPr>
          <p:nvPr>
            <p:ph type="body" idx="1"/>
          </p:nvPr>
        </p:nvSpPr>
        <p:spPr>
          <a:xfrm>
            <a:off x="651611" y="1715351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1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body" idx="2"/>
          </p:nvPr>
        </p:nvSpPr>
        <p:spPr>
          <a:xfrm>
            <a:off x="2719558" y="1715351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body" idx="3"/>
          </p:nvPr>
        </p:nvSpPr>
        <p:spPr>
          <a:xfrm>
            <a:off x="4779392" y="1713053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6709226" y="1632856"/>
            <a:ext cx="1929900" cy="3510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4"/>
          </p:nvPr>
        </p:nvSpPr>
        <p:spPr>
          <a:xfrm>
            <a:off x="6849209" y="1713053"/>
            <a:ext cx="1684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Заголовок раздела">
  <p:cSld name="2_Заголовок раздела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>
            <a:spLocks noGrp="1"/>
          </p:cNvSpPr>
          <p:nvPr>
            <p:ph type="title"/>
          </p:nvPr>
        </p:nvSpPr>
        <p:spPr>
          <a:xfrm>
            <a:off x="843397" y="393699"/>
            <a:ext cx="27381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300"/>
              <a:buFont typeface="Arial"/>
              <a:buNone/>
              <a:defRPr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8"/>
          <p:cNvSpPr>
            <a:spLocks noGrp="1"/>
          </p:cNvSpPr>
          <p:nvPr>
            <p:ph type="pic" idx="2"/>
          </p:nvPr>
        </p:nvSpPr>
        <p:spPr>
          <a:xfrm>
            <a:off x="4020422" y="2278062"/>
            <a:ext cx="5123700" cy="242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18"/>
          <p:cNvSpPr>
            <a:spLocks noGrp="1"/>
          </p:cNvSpPr>
          <p:nvPr>
            <p:ph type="pic" idx="3"/>
          </p:nvPr>
        </p:nvSpPr>
        <p:spPr>
          <a:xfrm>
            <a:off x="841533" y="2278062"/>
            <a:ext cx="2904900" cy="242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8"/>
          <p:cNvSpPr/>
          <p:nvPr/>
        </p:nvSpPr>
        <p:spPr>
          <a:xfrm>
            <a:off x="-1" y="0"/>
            <a:ext cx="1269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>
            <a:spLocks noGrp="1"/>
          </p:cNvSpPr>
          <p:nvPr>
            <p:ph type="pic" idx="4"/>
          </p:nvPr>
        </p:nvSpPr>
        <p:spPr>
          <a:xfrm>
            <a:off x="4020421" y="0"/>
            <a:ext cx="5123700" cy="20247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Сравнение">
  <p:cSld name="Сравнение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/>
          <p:nvPr/>
        </p:nvSpPr>
        <p:spPr>
          <a:xfrm>
            <a:off x="-1" y="0"/>
            <a:ext cx="46482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>
            <a:spLocks noGrp="1"/>
          </p:cNvSpPr>
          <p:nvPr>
            <p:ph type="body" idx="1"/>
          </p:nvPr>
        </p:nvSpPr>
        <p:spPr>
          <a:xfrm>
            <a:off x="4975962" y="744140"/>
            <a:ext cx="37434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19"/>
          <p:cNvSpPr>
            <a:spLocks noGrp="1"/>
          </p:cNvSpPr>
          <p:nvPr>
            <p:ph type="pic" idx="2"/>
          </p:nvPr>
        </p:nvSpPr>
        <p:spPr>
          <a:xfrm>
            <a:off x="445635" y="522513"/>
            <a:ext cx="3680400" cy="4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19"/>
          <p:cNvSpPr/>
          <p:nvPr/>
        </p:nvSpPr>
        <p:spPr>
          <a:xfrm>
            <a:off x="4855430" y="377937"/>
            <a:ext cx="390300" cy="4098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3B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555425" y="146274"/>
            <a:ext cx="220800" cy="231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3B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607382" y="4629999"/>
            <a:ext cx="220800" cy="231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3B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Два объекта">
  <p:cSld name="6_Два объекта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/>
          <p:nvPr/>
        </p:nvSpPr>
        <p:spPr>
          <a:xfrm>
            <a:off x="704850" y="1418288"/>
            <a:ext cx="1959300" cy="31023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3B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>
            <a:spLocks noGrp="1"/>
          </p:cNvSpPr>
          <p:nvPr>
            <p:ph type="title"/>
          </p:nvPr>
        </p:nvSpPr>
        <p:spPr>
          <a:xfrm>
            <a:off x="628650" y="424116"/>
            <a:ext cx="78075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>
            <a:spLocks noGrp="1"/>
          </p:cNvSpPr>
          <p:nvPr>
            <p:ph type="pic" idx="2"/>
          </p:nvPr>
        </p:nvSpPr>
        <p:spPr>
          <a:xfrm>
            <a:off x="935831" y="1646886"/>
            <a:ext cx="19599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0"/>
          <p:cNvSpPr/>
          <p:nvPr/>
        </p:nvSpPr>
        <p:spPr>
          <a:xfrm>
            <a:off x="3475264" y="1418288"/>
            <a:ext cx="1959300" cy="31023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3B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>
            <a:spLocks noGrp="1"/>
          </p:cNvSpPr>
          <p:nvPr>
            <p:ph type="pic" idx="3"/>
          </p:nvPr>
        </p:nvSpPr>
        <p:spPr>
          <a:xfrm>
            <a:off x="3706244" y="1646886"/>
            <a:ext cx="19599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20"/>
          <p:cNvSpPr/>
          <p:nvPr/>
        </p:nvSpPr>
        <p:spPr>
          <a:xfrm>
            <a:off x="6245336" y="1446776"/>
            <a:ext cx="1959300" cy="31023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3B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>
            <a:spLocks noGrp="1"/>
          </p:cNvSpPr>
          <p:nvPr>
            <p:ph type="pic" idx="4"/>
          </p:nvPr>
        </p:nvSpPr>
        <p:spPr>
          <a:xfrm>
            <a:off x="6476318" y="1675375"/>
            <a:ext cx="19599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>
  <p:cSld name="Объект с подписью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>
            <a:spLocks noGrp="1"/>
          </p:cNvSpPr>
          <p:nvPr>
            <p:ph type="title"/>
          </p:nvPr>
        </p:nvSpPr>
        <p:spPr>
          <a:xfrm>
            <a:off x="466555" y="1911293"/>
            <a:ext cx="24057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600"/>
              <a:buFont typeface="Arial"/>
              <a:buNone/>
              <a:defRPr sz="3600"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3037115" y="-3574"/>
            <a:ext cx="6106800" cy="32148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>
            <a:spLocks noGrp="1"/>
          </p:cNvSpPr>
          <p:nvPr>
            <p:ph type="pic" idx="2"/>
          </p:nvPr>
        </p:nvSpPr>
        <p:spPr>
          <a:xfrm>
            <a:off x="3037115" y="3211115"/>
            <a:ext cx="6106800" cy="19323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1"/>
          <p:cNvSpPr txBox="1">
            <a:spLocks noGrp="1"/>
          </p:cNvSpPr>
          <p:nvPr>
            <p:ph type="body" idx="1"/>
          </p:nvPr>
        </p:nvSpPr>
        <p:spPr>
          <a:xfrm>
            <a:off x="3242413" y="342900"/>
            <a:ext cx="5531400" cy="25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8376557" y="2339824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602632" y="1948123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589331" y="2722482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70007" y="1890884"/>
            <a:ext cx="220800" cy="231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Объект с подписью">
  <p:cSld name="1_Объект с подписью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>
            <a:spLocks noGrp="1"/>
          </p:cNvSpPr>
          <p:nvPr>
            <p:ph type="title"/>
          </p:nvPr>
        </p:nvSpPr>
        <p:spPr>
          <a:xfrm>
            <a:off x="466555" y="1225328"/>
            <a:ext cx="24057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600"/>
              <a:buFont typeface="Arial"/>
              <a:buNone/>
              <a:defRPr sz="3600"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3037115" y="-3574"/>
            <a:ext cx="6106800" cy="51471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8455540" y="4309472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8681616" y="3917770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668315" y="4692130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45828" y="1041799"/>
            <a:ext cx="220800" cy="231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472543" y="761999"/>
            <a:ext cx="4983000" cy="354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>
            <a:spLocks noGrp="1"/>
          </p:cNvSpPr>
          <p:nvPr>
            <p:ph type="body" idx="1"/>
          </p:nvPr>
        </p:nvSpPr>
        <p:spPr>
          <a:xfrm>
            <a:off x="466555" y="2609006"/>
            <a:ext cx="2405700" cy="13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Объект с подписью">
  <p:cSld name="2_Объект с подписью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731749" y="630011"/>
            <a:ext cx="48417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600"/>
              <a:buFont typeface="Arial"/>
              <a:buNone/>
              <a:defRPr sz="3600"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7979229" y="4158854"/>
            <a:ext cx="1164900" cy="9939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56191" y="242807"/>
            <a:ext cx="220800" cy="231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>
            <a:spLocks noGrp="1"/>
          </p:cNvSpPr>
          <p:nvPr>
            <p:ph type="pic" idx="2"/>
          </p:nvPr>
        </p:nvSpPr>
        <p:spPr>
          <a:xfrm>
            <a:off x="0" y="4158853"/>
            <a:ext cx="7956900" cy="9846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23"/>
          <p:cNvSpPr/>
          <p:nvPr/>
        </p:nvSpPr>
        <p:spPr>
          <a:xfrm>
            <a:off x="731749" y="0"/>
            <a:ext cx="335100" cy="3516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Заголовок раздела">
  <p:cSld name="3_Заголовок раздела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843397" y="393699"/>
            <a:ext cx="27381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300"/>
              <a:buFont typeface="Arial"/>
              <a:buNone/>
              <a:defRPr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>
            <a:spLocks noGrp="1"/>
          </p:cNvSpPr>
          <p:nvPr>
            <p:ph type="pic" idx="2"/>
          </p:nvPr>
        </p:nvSpPr>
        <p:spPr>
          <a:xfrm>
            <a:off x="1003257" y="2245406"/>
            <a:ext cx="2713500" cy="15783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24"/>
          <p:cNvSpPr/>
          <p:nvPr/>
        </p:nvSpPr>
        <p:spPr>
          <a:xfrm>
            <a:off x="-1" y="2245406"/>
            <a:ext cx="1003200" cy="15783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>
            <a:spLocks noGrp="1"/>
          </p:cNvSpPr>
          <p:nvPr>
            <p:ph type="pic" idx="3"/>
          </p:nvPr>
        </p:nvSpPr>
        <p:spPr>
          <a:xfrm>
            <a:off x="3716837" y="2245406"/>
            <a:ext cx="2713500" cy="1578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4"/>
          <p:cNvSpPr>
            <a:spLocks noGrp="1"/>
          </p:cNvSpPr>
          <p:nvPr>
            <p:ph type="pic" idx="4"/>
          </p:nvPr>
        </p:nvSpPr>
        <p:spPr>
          <a:xfrm>
            <a:off x="6430419" y="2245406"/>
            <a:ext cx="2713500" cy="1578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4"/>
          <p:cNvSpPr txBox="1">
            <a:spLocks noGrp="1"/>
          </p:cNvSpPr>
          <p:nvPr>
            <p:ph type="body" idx="1"/>
          </p:nvPr>
        </p:nvSpPr>
        <p:spPr>
          <a:xfrm>
            <a:off x="1331347" y="3995198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body" idx="5"/>
          </p:nvPr>
        </p:nvSpPr>
        <p:spPr>
          <a:xfrm>
            <a:off x="4044928" y="3995198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6"/>
          </p:nvPr>
        </p:nvSpPr>
        <p:spPr>
          <a:xfrm>
            <a:off x="6758510" y="3995198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8229599" y="393699"/>
            <a:ext cx="346800" cy="3639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8690347" y="838283"/>
            <a:ext cx="251100" cy="2637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877694" y="4140235"/>
            <a:ext cx="251100" cy="2637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Сравнение">
  <p:cSld name="1_Сравнение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/>
          <p:nvPr/>
        </p:nvSpPr>
        <p:spPr>
          <a:xfrm>
            <a:off x="-1" y="1"/>
            <a:ext cx="54636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>
            <a:spLocks noGrp="1"/>
          </p:cNvSpPr>
          <p:nvPr>
            <p:ph type="pic" idx="2"/>
          </p:nvPr>
        </p:nvSpPr>
        <p:spPr>
          <a:xfrm>
            <a:off x="5463609" y="1"/>
            <a:ext cx="3680400" cy="2209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5"/>
          <p:cNvSpPr>
            <a:spLocks noGrp="1"/>
          </p:cNvSpPr>
          <p:nvPr>
            <p:ph type="pic" idx="3"/>
          </p:nvPr>
        </p:nvSpPr>
        <p:spPr>
          <a:xfrm>
            <a:off x="5463608" y="2209800"/>
            <a:ext cx="3680400" cy="1839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5"/>
          <p:cNvSpPr>
            <a:spLocks noGrp="1"/>
          </p:cNvSpPr>
          <p:nvPr>
            <p:ph type="pic" idx="4"/>
          </p:nvPr>
        </p:nvSpPr>
        <p:spPr>
          <a:xfrm>
            <a:off x="5463609" y="4049485"/>
            <a:ext cx="3680400" cy="10941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5"/>
          <p:cNvSpPr txBox="1">
            <a:spLocks noGrp="1"/>
          </p:cNvSpPr>
          <p:nvPr>
            <p:ph type="body" idx="1"/>
          </p:nvPr>
        </p:nvSpPr>
        <p:spPr>
          <a:xfrm>
            <a:off x="447504" y="1545772"/>
            <a:ext cx="4560000" cy="3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title"/>
          </p:nvPr>
        </p:nvSpPr>
        <p:spPr>
          <a:xfrm>
            <a:off x="447504" y="420006"/>
            <a:ext cx="41640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5"/>
          <p:cNvSpPr/>
          <p:nvPr/>
        </p:nvSpPr>
        <p:spPr>
          <a:xfrm rot="5400000">
            <a:off x="11003" y="4329192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/>
          <p:nvPr/>
        </p:nvSpPr>
        <p:spPr>
          <a:xfrm rot="5400000">
            <a:off x="643283" y="4543275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/>
          <p:nvPr/>
        </p:nvSpPr>
        <p:spPr>
          <a:xfrm rot="5400000">
            <a:off x="334879" y="3681951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Сравнение">
  <p:cSld name="2_Сравнение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/>
          <p:nvPr/>
        </p:nvSpPr>
        <p:spPr>
          <a:xfrm>
            <a:off x="8186057" y="0"/>
            <a:ext cx="9579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>
            <a:spLocks noGrp="1"/>
          </p:cNvSpPr>
          <p:nvPr>
            <p:ph type="pic" idx="2"/>
          </p:nvPr>
        </p:nvSpPr>
        <p:spPr>
          <a:xfrm>
            <a:off x="0" y="1"/>
            <a:ext cx="8164200" cy="260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26"/>
          <p:cNvSpPr/>
          <p:nvPr/>
        </p:nvSpPr>
        <p:spPr>
          <a:xfrm>
            <a:off x="1393371" y="2864757"/>
            <a:ext cx="489900" cy="5142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6"/>
          <p:cNvSpPr txBox="1">
            <a:spLocks noGrp="1"/>
          </p:cNvSpPr>
          <p:nvPr>
            <p:ph type="body" idx="1"/>
          </p:nvPr>
        </p:nvSpPr>
        <p:spPr>
          <a:xfrm>
            <a:off x="609599" y="3483569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26"/>
          <p:cNvSpPr/>
          <p:nvPr/>
        </p:nvSpPr>
        <p:spPr>
          <a:xfrm>
            <a:off x="3761012" y="2864757"/>
            <a:ext cx="489900" cy="5142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"/>
          <p:cNvSpPr txBox="1">
            <a:spLocks noGrp="1"/>
          </p:cNvSpPr>
          <p:nvPr>
            <p:ph type="body" idx="3"/>
          </p:nvPr>
        </p:nvSpPr>
        <p:spPr>
          <a:xfrm>
            <a:off x="2977241" y="3483569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6128654" y="2864757"/>
            <a:ext cx="489900" cy="5142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 txBox="1">
            <a:spLocks noGrp="1"/>
          </p:cNvSpPr>
          <p:nvPr>
            <p:ph type="body" idx="4"/>
          </p:nvPr>
        </p:nvSpPr>
        <p:spPr>
          <a:xfrm>
            <a:off x="5344883" y="3483569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Сравнение">
  <p:cSld name="3_Сравнение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>
            <a:spLocks noGrp="1"/>
          </p:cNvSpPr>
          <p:nvPr>
            <p:ph type="pic" idx="2"/>
          </p:nvPr>
        </p:nvSpPr>
        <p:spPr>
          <a:xfrm>
            <a:off x="8049" y="2111828"/>
            <a:ext cx="1406100" cy="233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27"/>
          <p:cNvSpPr txBox="1">
            <a:spLocks noGrp="1"/>
          </p:cNvSpPr>
          <p:nvPr>
            <p:ph type="title"/>
          </p:nvPr>
        </p:nvSpPr>
        <p:spPr>
          <a:xfrm>
            <a:off x="447505" y="708008"/>
            <a:ext cx="36891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4341609" y="0"/>
            <a:ext cx="42999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>
            <a:spLocks noGrp="1"/>
          </p:cNvSpPr>
          <p:nvPr>
            <p:ph type="body" idx="1"/>
          </p:nvPr>
        </p:nvSpPr>
        <p:spPr>
          <a:xfrm>
            <a:off x="4572001" y="420006"/>
            <a:ext cx="3762600" cy="4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27"/>
          <p:cNvSpPr>
            <a:spLocks noGrp="1"/>
          </p:cNvSpPr>
          <p:nvPr>
            <p:ph type="pic" idx="3"/>
          </p:nvPr>
        </p:nvSpPr>
        <p:spPr>
          <a:xfrm>
            <a:off x="1427984" y="2111828"/>
            <a:ext cx="1490100" cy="233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27"/>
          <p:cNvSpPr>
            <a:spLocks noGrp="1"/>
          </p:cNvSpPr>
          <p:nvPr>
            <p:ph type="pic" idx="4"/>
          </p:nvPr>
        </p:nvSpPr>
        <p:spPr>
          <a:xfrm>
            <a:off x="2926763" y="2111828"/>
            <a:ext cx="1406100" cy="233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Сравнение">
  <p:cSld name="4_Сравнение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>
            <a:spLocks noGrp="1"/>
          </p:cNvSpPr>
          <p:nvPr>
            <p:ph type="pic" idx="2"/>
          </p:nvPr>
        </p:nvSpPr>
        <p:spPr>
          <a:xfrm>
            <a:off x="4060371" y="0"/>
            <a:ext cx="5083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28"/>
          <p:cNvSpPr txBox="1">
            <a:spLocks noGrp="1"/>
          </p:cNvSpPr>
          <p:nvPr>
            <p:ph type="title"/>
          </p:nvPr>
        </p:nvSpPr>
        <p:spPr>
          <a:xfrm>
            <a:off x="3080656" y="867151"/>
            <a:ext cx="2612700" cy="1517700"/>
          </a:xfrm>
          <a:prstGeom prst="rect">
            <a:avLst/>
          </a:prstGeom>
          <a:solidFill>
            <a:srgbClr val="1A66FF"/>
          </a:solidFill>
          <a:ln w="143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0" name="Google Shape;270;p28"/>
          <p:cNvGrpSpPr/>
          <p:nvPr/>
        </p:nvGrpSpPr>
        <p:grpSpPr>
          <a:xfrm>
            <a:off x="6092164" y="867151"/>
            <a:ext cx="2612475" cy="1517625"/>
            <a:chOff x="-1" y="0"/>
            <a:chExt cx="3483300" cy="2023500"/>
          </a:xfrm>
        </p:grpSpPr>
        <p:sp>
          <p:nvSpPr>
            <p:cNvPr id="271" name="Google Shape;271;p28"/>
            <p:cNvSpPr/>
            <p:nvPr/>
          </p:nvSpPr>
          <p:spPr>
            <a:xfrm>
              <a:off x="-1" y="0"/>
              <a:ext cx="3483300" cy="2023500"/>
            </a:xfrm>
            <a:prstGeom prst="rect">
              <a:avLst/>
            </a:prstGeom>
            <a:solidFill>
              <a:srgbClr val="1A66FF"/>
            </a:solidFill>
            <a:ln w="143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8"/>
            <p:cNvSpPr txBox="1"/>
            <p:nvPr/>
          </p:nvSpPr>
          <p:spPr>
            <a:xfrm>
              <a:off x="55244" y="9525"/>
              <a:ext cx="3372900" cy="200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ru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Образец </a:t>
              </a:r>
              <a:endPara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ru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заголовка</a:t>
              </a:r>
              <a:endParaRPr sz="1100"/>
            </a:p>
          </p:txBody>
        </p:sp>
      </p:grpSp>
      <p:grpSp>
        <p:nvGrpSpPr>
          <p:cNvPr id="273" name="Google Shape;273;p28"/>
          <p:cNvGrpSpPr/>
          <p:nvPr/>
        </p:nvGrpSpPr>
        <p:grpSpPr>
          <a:xfrm>
            <a:off x="3080655" y="2832022"/>
            <a:ext cx="2612475" cy="1517625"/>
            <a:chOff x="-1" y="0"/>
            <a:chExt cx="3483300" cy="2023500"/>
          </a:xfrm>
        </p:grpSpPr>
        <p:sp>
          <p:nvSpPr>
            <p:cNvPr id="274" name="Google Shape;274;p28"/>
            <p:cNvSpPr/>
            <p:nvPr/>
          </p:nvSpPr>
          <p:spPr>
            <a:xfrm>
              <a:off x="-1" y="0"/>
              <a:ext cx="3483300" cy="2023500"/>
            </a:xfrm>
            <a:prstGeom prst="rect">
              <a:avLst/>
            </a:prstGeom>
            <a:solidFill>
              <a:srgbClr val="1A66FF"/>
            </a:solidFill>
            <a:ln w="143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8"/>
            <p:cNvSpPr txBox="1"/>
            <p:nvPr/>
          </p:nvSpPr>
          <p:spPr>
            <a:xfrm>
              <a:off x="55244" y="9525"/>
              <a:ext cx="3372900" cy="200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ru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Образец </a:t>
              </a:r>
              <a:endPara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ru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заголовка</a:t>
              </a:r>
              <a:endParaRPr sz="1100"/>
            </a:p>
          </p:txBody>
        </p:sp>
      </p:grpSp>
      <p:grpSp>
        <p:nvGrpSpPr>
          <p:cNvPr id="276" name="Google Shape;276;p28"/>
          <p:cNvGrpSpPr/>
          <p:nvPr/>
        </p:nvGrpSpPr>
        <p:grpSpPr>
          <a:xfrm>
            <a:off x="6092164" y="2832022"/>
            <a:ext cx="2612475" cy="1517625"/>
            <a:chOff x="-1" y="0"/>
            <a:chExt cx="3483300" cy="2023500"/>
          </a:xfrm>
        </p:grpSpPr>
        <p:sp>
          <p:nvSpPr>
            <p:cNvPr id="277" name="Google Shape;277;p28"/>
            <p:cNvSpPr/>
            <p:nvPr/>
          </p:nvSpPr>
          <p:spPr>
            <a:xfrm>
              <a:off x="-1" y="0"/>
              <a:ext cx="3483300" cy="2023500"/>
            </a:xfrm>
            <a:prstGeom prst="rect">
              <a:avLst/>
            </a:prstGeom>
            <a:solidFill>
              <a:srgbClr val="1A66FF"/>
            </a:solidFill>
            <a:ln w="143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8"/>
            <p:cNvSpPr txBox="1"/>
            <p:nvPr/>
          </p:nvSpPr>
          <p:spPr>
            <a:xfrm>
              <a:off x="55244" y="9525"/>
              <a:ext cx="3372900" cy="200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ru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Образец </a:t>
              </a:r>
              <a:endPara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ru"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заголовка</a:t>
              </a:r>
              <a:endParaRPr sz="1100"/>
            </a:p>
          </p:txBody>
        </p:sp>
      </p:grpSp>
      <p:sp>
        <p:nvSpPr>
          <p:cNvPr id="279" name="Google Shape;279;p28"/>
          <p:cNvSpPr txBox="1"/>
          <p:nvPr/>
        </p:nvSpPr>
        <p:spPr>
          <a:xfrm>
            <a:off x="507573" y="1529950"/>
            <a:ext cx="26694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3300"/>
              <a:buFont typeface="Arial"/>
              <a:buNone/>
            </a:pPr>
            <a:r>
              <a:rPr lang="ru" sz="3300" b="0" i="0" u="none" strike="noStrike" cap="none">
                <a:solidFill>
                  <a:srgbClr val="1A66FF"/>
                </a:solidFill>
                <a:latin typeface="Arial"/>
                <a:ea typeface="Arial"/>
                <a:cs typeface="Arial"/>
                <a:sym typeface="Arial"/>
              </a:rPr>
              <a:t>Образец заголовка</a:t>
            </a:r>
            <a:endParaRPr sz="1100"/>
          </a:p>
        </p:txBody>
      </p:sp>
      <p:sp>
        <p:nvSpPr>
          <p:cNvPr id="280" name="Google Shape;280;p28"/>
          <p:cNvSpPr/>
          <p:nvPr/>
        </p:nvSpPr>
        <p:spPr>
          <a:xfrm>
            <a:off x="1622328" y="4691923"/>
            <a:ext cx="430200" cy="451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311589" y="4349684"/>
            <a:ext cx="276900" cy="2904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1309946" y="478810"/>
            <a:ext cx="176400" cy="1851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Сравнение">
  <p:cSld name="5_Сравнение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/>
          <p:nvPr/>
        </p:nvSpPr>
        <p:spPr>
          <a:xfrm>
            <a:off x="-2" y="0"/>
            <a:ext cx="91440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447504" y="420006"/>
            <a:ext cx="81630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9"/>
          <p:cNvSpPr/>
          <p:nvPr/>
        </p:nvSpPr>
        <p:spPr>
          <a:xfrm rot="5400000">
            <a:off x="11003" y="4470707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9"/>
          <p:cNvSpPr/>
          <p:nvPr/>
        </p:nvSpPr>
        <p:spPr>
          <a:xfrm rot="5400000">
            <a:off x="643283" y="4543277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/>
          <p:nvPr/>
        </p:nvSpPr>
        <p:spPr>
          <a:xfrm rot="5400000">
            <a:off x="84938" y="3496781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1128104" y="1838535"/>
            <a:ext cx="1469700" cy="154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"/>
          <p:cNvSpPr txBox="1">
            <a:spLocks noGrp="1"/>
          </p:cNvSpPr>
          <p:nvPr>
            <p:ph type="body" idx="1"/>
          </p:nvPr>
        </p:nvSpPr>
        <p:spPr>
          <a:xfrm>
            <a:off x="834190" y="3483457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3876747" y="1838535"/>
            <a:ext cx="1469700" cy="154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9"/>
          <p:cNvSpPr txBox="1">
            <a:spLocks noGrp="1"/>
          </p:cNvSpPr>
          <p:nvPr>
            <p:ph type="body" idx="2"/>
          </p:nvPr>
        </p:nvSpPr>
        <p:spPr>
          <a:xfrm>
            <a:off x="3582833" y="3483457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6625390" y="1838535"/>
            <a:ext cx="1469700" cy="154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9"/>
          <p:cNvSpPr txBox="1">
            <a:spLocks noGrp="1"/>
          </p:cNvSpPr>
          <p:nvPr>
            <p:ph type="body" idx="3"/>
          </p:nvPr>
        </p:nvSpPr>
        <p:spPr>
          <a:xfrm>
            <a:off x="6331477" y="3483457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29"/>
          <p:cNvSpPr/>
          <p:nvPr/>
        </p:nvSpPr>
        <p:spPr>
          <a:xfrm rot="5400000">
            <a:off x="7857828" y="-27669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/>
          <p:nvPr/>
        </p:nvSpPr>
        <p:spPr>
          <a:xfrm rot="5400000">
            <a:off x="8508152" y="560859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Сравнение">
  <p:cSld name="6_Сравнение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/>
          <p:nvPr/>
        </p:nvSpPr>
        <p:spPr>
          <a:xfrm>
            <a:off x="-2" y="0"/>
            <a:ext cx="9144000" cy="5143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>
            <a:spLocks noGrp="1"/>
          </p:cNvSpPr>
          <p:nvPr>
            <p:ph type="title"/>
          </p:nvPr>
        </p:nvSpPr>
        <p:spPr>
          <a:xfrm>
            <a:off x="447504" y="420006"/>
            <a:ext cx="81630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0"/>
          <p:cNvSpPr/>
          <p:nvPr/>
        </p:nvSpPr>
        <p:spPr>
          <a:xfrm rot="5400000">
            <a:off x="11003" y="4470707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0"/>
          <p:cNvSpPr/>
          <p:nvPr/>
        </p:nvSpPr>
        <p:spPr>
          <a:xfrm rot="5400000">
            <a:off x="643283" y="4543277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"/>
          <p:cNvSpPr/>
          <p:nvPr/>
        </p:nvSpPr>
        <p:spPr>
          <a:xfrm rot="5400000">
            <a:off x="84938" y="3496781"/>
            <a:ext cx="276900" cy="2904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0"/>
          <p:cNvSpPr txBox="1">
            <a:spLocks noGrp="1"/>
          </p:cNvSpPr>
          <p:nvPr>
            <p:ph type="body" idx="1"/>
          </p:nvPr>
        </p:nvSpPr>
        <p:spPr>
          <a:xfrm>
            <a:off x="834190" y="3483457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>
                <a:solidFill>
                  <a:srgbClr val="FFFFFF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30"/>
          <p:cNvSpPr txBox="1">
            <a:spLocks noGrp="1"/>
          </p:cNvSpPr>
          <p:nvPr>
            <p:ph type="body" idx="2"/>
          </p:nvPr>
        </p:nvSpPr>
        <p:spPr>
          <a:xfrm>
            <a:off x="3582833" y="3483457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30"/>
          <p:cNvSpPr txBox="1">
            <a:spLocks noGrp="1"/>
          </p:cNvSpPr>
          <p:nvPr>
            <p:ph type="body" idx="3"/>
          </p:nvPr>
        </p:nvSpPr>
        <p:spPr>
          <a:xfrm>
            <a:off x="6331477" y="3483457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0"/>
          <p:cNvSpPr/>
          <p:nvPr/>
        </p:nvSpPr>
        <p:spPr>
          <a:xfrm rot="5400000">
            <a:off x="7857828" y="-27669"/>
            <a:ext cx="794700" cy="834000"/>
          </a:xfrm>
          <a:prstGeom prst="rect">
            <a:avLst/>
          </a:prstGeom>
          <a:solidFill>
            <a:srgbClr val="000000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/>
          <p:nvPr/>
        </p:nvSpPr>
        <p:spPr>
          <a:xfrm rot="5400000">
            <a:off x="8508152" y="560859"/>
            <a:ext cx="430200" cy="4515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>
            <a:spLocks noGrp="1"/>
          </p:cNvSpPr>
          <p:nvPr>
            <p:ph type="pic" idx="4"/>
          </p:nvPr>
        </p:nvSpPr>
        <p:spPr>
          <a:xfrm>
            <a:off x="1093747" y="1838325"/>
            <a:ext cx="1538400" cy="15432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0"/>
          <p:cNvSpPr>
            <a:spLocks noGrp="1"/>
          </p:cNvSpPr>
          <p:nvPr>
            <p:ph type="pic" idx="5"/>
          </p:nvPr>
        </p:nvSpPr>
        <p:spPr>
          <a:xfrm>
            <a:off x="3842390" y="1838325"/>
            <a:ext cx="1538400" cy="15432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30"/>
          <p:cNvSpPr>
            <a:spLocks noGrp="1"/>
          </p:cNvSpPr>
          <p:nvPr>
            <p:ph type="pic" idx="6"/>
          </p:nvPr>
        </p:nvSpPr>
        <p:spPr>
          <a:xfrm>
            <a:off x="6591033" y="1838325"/>
            <a:ext cx="1538400" cy="15432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Сравнение">
  <p:cSld name="7_Сравнение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/>
          <p:nvPr/>
        </p:nvSpPr>
        <p:spPr>
          <a:xfrm>
            <a:off x="6501407" y="1866872"/>
            <a:ext cx="1524000" cy="1540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767051" y="1866872"/>
            <a:ext cx="1524000" cy="1540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1001486" y="1855985"/>
            <a:ext cx="1524000" cy="15405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1"/>
          <p:cNvSpPr txBox="1">
            <a:spLocks noGrp="1"/>
          </p:cNvSpPr>
          <p:nvPr>
            <p:ph type="title"/>
          </p:nvPr>
        </p:nvSpPr>
        <p:spPr>
          <a:xfrm>
            <a:off x="447504" y="550636"/>
            <a:ext cx="81630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4100"/>
              <a:buFont typeface="Arial"/>
              <a:buNone/>
              <a:defRPr sz="4100">
                <a:solidFill>
                  <a:srgbClr val="1A66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1"/>
          <p:cNvSpPr txBox="1">
            <a:spLocks noGrp="1"/>
          </p:cNvSpPr>
          <p:nvPr>
            <p:ph type="body" idx="1"/>
          </p:nvPr>
        </p:nvSpPr>
        <p:spPr>
          <a:xfrm>
            <a:off x="834190" y="3614086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1"/>
          <p:cNvSpPr txBox="1">
            <a:spLocks noGrp="1"/>
          </p:cNvSpPr>
          <p:nvPr>
            <p:ph type="body" idx="2"/>
          </p:nvPr>
        </p:nvSpPr>
        <p:spPr>
          <a:xfrm>
            <a:off x="3582833" y="3614086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body" idx="3"/>
          </p:nvPr>
        </p:nvSpPr>
        <p:spPr>
          <a:xfrm>
            <a:off x="6331477" y="3614086"/>
            <a:ext cx="20574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1"/>
          <p:cNvSpPr>
            <a:spLocks noGrp="1"/>
          </p:cNvSpPr>
          <p:nvPr>
            <p:ph type="pic" idx="4"/>
          </p:nvPr>
        </p:nvSpPr>
        <p:spPr>
          <a:xfrm>
            <a:off x="1093747" y="1968953"/>
            <a:ext cx="1538400" cy="15432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31"/>
          <p:cNvSpPr>
            <a:spLocks noGrp="1"/>
          </p:cNvSpPr>
          <p:nvPr>
            <p:ph type="pic" idx="5"/>
          </p:nvPr>
        </p:nvSpPr>
        <p:spPr>
          <a:xfrm>
            <a:off x="3842390" y="1968953"/>
            <a:ext cx="1538400" cy="15432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1"/>
          <p:cNvSpPr>
            <a:spLocks noGrp="1"/>
          </p:cNvSpPr>
          <p:nvPr>
            <p:ph type="pic" idx="6"/>
          </p:nvPr>
        </p:nvSpPr>
        <p:spPr>
          <a:xfrm>
            <a:off x="6591033" y="1968953"/>
            <a:ext cx="1538400" cy="15432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Сравнение">
  <p:cSld name="8_Сравнение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/>
          <p:nvPr/>
        </p:nvSpPr>
        <p:spPr>
          <a:xfrm>
            <a:off x="-1" y="-1"/>
            <a:ext cx="4582800" cy="26052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2"/>
          <p:cNvSpPr txBox="1">
            <a:spLocks noGrp="1"/>
          </p:cNvSpPr>
          <p:nvPr>
            <p:ph type="body" idx="1"/>
          </p:nvPr>
        </p:nvSpPr>
        <p:spPr>
          <a:xfrm>
            <a:off x="353822" y="1448300"/>
            <a:ext cx="38751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sz="1400">
                <a:solidFill>
                  <a:srgbClr val="262626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sz="1400">
                <a:solidFill>
                  <a:srgbClr val="262626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sz="1400">
                <a:solidFill>
                  <a:srgbClr val="262626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sz="1400">
                <a:solidFill>
                  <a:srgbClr val="262626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sz="1400">
                <a:solidFill>
                  <a:srgbClr val="262626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32"/>
          <p:cNvSpPr>
            <a:spLocks noGrp="1"/>
          </p:cNvSpPr>
          <p:nvPr>
            <p:ph type="pic" idx="2"/>
          </p:nvPr>
        </p:nvSpPr>
        <p:spPr>
          <a:xfrm>
            <a:off x="4582885" y="0"/>
            <a:ext cx="4561200" cy="26052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32"/>
          <p:cNvSpPr>
            <a:spLocks noGrp="1"/>
          </p:cNvSpPr>
          <p:nvPr>
            <p:ph type="pic" idx="3"/>
          </p:nvPr>
        </p:nvSpPr>
        <p:spPr>
          <a:xfrm>
            <a:off x="0" y="2605199"/>
            <a:ext cx="4582800" cy="26052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2"/>
          <p:cNvSpPr/>
          <p:nvPr/>
        </p:nvSpPr>
        <p:spPr>
          <a:xfrm>
            <a:off x="4582885" y="2605199"/>
            <a:ext cx="4582800" cy="26052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2"/>
          <p:cNvSpPr txBox="1">
            <a:spLocks noGrp="1"/>
          </p:cNvSpPr>
          <p:nvPr>
            <p:ph type="body" idx="4"/>
          </p:nvPr>
        </p:nvSpPr>
        <p:spPr>
          <a:xfrm>
            <a:off x="353822" y="748959"/>
            <a:ext cx="38751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body" idx="5"/>
          </p:nvPr>
        </p:nvSpPr>
        <p:spPr>
          <a:xfrm>
            <a:off x="4936708" y="4028692"/>
            <a:ext cx="38751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6"/>
          </p:nvPr>
        </p:nvSpPr>
        <p:spPr>
          <a:xfrm>
            <a:off x="4936708" y="3329350"/>
            <a:ext cx="38751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1">
  <p:cSld name="TITLE_1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8" name="Google Shape;338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9" name="Google Shape;33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253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73843"/>
            <a:ext cx="9144000" cy="994200"/>
          </a:xfrm>
          <a:prstGeom prst="rect">
            <a:avLst/>
          </a:prstGeom>
          <a:solidFill>
            <a:srgbClr val="1A66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28650" y="1388269"/>
            <a:ext cx="7886700" cy="3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marR="0" lvl="0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6357037" y="4733925"/>
            <a:ext cx="232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>
            <a:spLocks noGrp="1"/>
          </p:cNvSpPr>
          <p:nvPr>
            <p:ph type="title"/>
          </p:nvPr>
        </p:nvSpPr>
        <p:spPr>
          <a:xfrm>
            <a:off x="932406" y="2143888"/>
            <a:ext cx="6858000" cy="12513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200" dirty="0">
                <a:latin typeface="Lora Medium"/>
                <a:ea typeface="Lora Medium"/>
                <a:cs typeface="Lora Medium"/>
                <a:sym typeface="Lora Medium"/>
              </a:rPr>
              <a:t>Калькулятор постфиксной записи</a:t>
            </a:r>
            <a:endParaRPr sz="3200" dirty="0"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45" name="Google Shape;345;p34"/>
          <p:cNvSpPr txBox="1">
            <a:spLocks noGrp="1"/>
          </p:cNvSpPr>
          <p:nvPr>
            <p:ph type="body" idx="1"/>
          </p:nvPr>
        </p:nvSpPr>
        <p:spPr>
          <a:xfrm>
            <a:off x="932406" y="3525592"/>
            <a:ext cx="6858000" cy="509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Фотин Марат </a:t>
            </a:r>
            <a:r>
              <a:rPr lang="ru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ИТ-7, 2025</a:t>
            </a:r>
            <a:endParaRPr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Постановка задачи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51" name="Google Shape;351;p35"/>
          <p:cNvSpPr txBox="1">
            <a:spLocks noGrp="1"/>
          </p:cNvSpPr>
          <p:nvPr>
            <p:ph type="body" idx="1"/>
          </p:nvPr>
        </p:nvSpPr>
        <p:spPr>
          <a:xfrm>
            <a:off x="628650" y="1388400"/>
            <a:ext cx="8515200" cy="375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226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Цель</a:t>
            </a: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: разработать консольное приложение для вычисления арифметических выражений, записанных в постфиксной форме. 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226"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26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Требования:</a:t>
            </a:r>
            <a:endParaRPr sz="2226"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Поддержка операций: +, –, *, /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Операнды - только положительные вещественные числа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Разделитель элементов - один пробел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Ввод выражения с клавиатуры и из текстового файла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Проверка корректности выражения до вычисления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Обработка ошибок (деление на ноль, неверный формат, отсутствие файла и др.)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Дружественный интерфейс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75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ru" sz="2226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Соблюдение PEP8</a:t>
            </a:r>
            <a:endParaRPr sz="2226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>
            <a:spLocks noGrp="1"/>
          </p:cNvSpPr>
          <p:nvPr>
            <p:ph type="title"/>
          </p:nvPr>
        </p:nvSpPr>
        <p:spPr>
          <a:xfrm>
            <a:off x="447504" y="420006"/>
            <a:ext cx="4164000" cy="9018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Постановка задачи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57" name="Google Shape;357;p36"/>
          <p:cNvSpPr txBox="1">
            <a:spLocks noGrp="1"/>
          </p:cNvSpPr>
          <p:nvPr>
            <p:ph type="body" idx="1"/>
          </p:nvPr>
        </p:nvSpPr>
        <p:spPr>
          <a:xfrm>
            <a:off x="447500" y="1545775"/>
            <a:ext cx="5016300" cy="3597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Что такое постфиксная запись? </a:t>
            </a:r>
            <a:endParaRPr sz="20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Обратная польская запись - форма записи выражений, в которой оператор записывается после операндов. </a:t>
            </a:r>
            <a:endParaRPr sz="20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6"/>
          <p:cNvSpPr txBox="1"/>
          <p:nvPr/>
        </p:nvSpPr>
        <p:spPr>
          <a:xfrm>
            <a:off x="5463800" y="1545775"/>
            <a:ext cx="3680100" cy="26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A66FF"/>
                </a:solidFill>
                <a:latin typeface="Lora Medium"/>
                <a:ea typeface="Lora Medium"/>
                <a:cs typeface="Lora Medium"/>
                <a:sym typeface="Lora Medium"/>
              </a:rPr>
              <a:t>Примеры:</a:t>
            </a:r>
            <a:endParaRPr sz="1500">
              <a:solidFill>
                <a:srgbClr val="1A66FF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66FF"/>
              </a:buClr>
              <a:buSzPts val="1500"/>
              <a:buFont typeface="Lora Medium"/>
              <a:buChar char="●"/>
            </a:pPr>
            <a:r>
              <a:rPr lang="ru" sz="1500">
                <a:solidFill>
                  <a:srgbClr val="1A66FF"/>
                </a:solidFill>
                <a:latin typeface="Lora Medium"/>
                <a:ea typeface="Lora Medium"/>
                <a:cs typeface="Lora Medium"/>
                <a:sym typeface="Lora Medium"/>
              </a:rPr>
              <a:t>Обычная: a – b → Постфиксная: a b –</a:t>
            </a:r>
            <a:endParaRPr sz="1500">
              <a:solidFill>
                <a:srgbClr val="1A66FF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1500"/>
              <a:buFont typeface="Lora Medium"/>
              <a:buChar char="●"/>
            </a:pPr>
            <a:r>
              <a:rPr lang="ru" sz="1500">
                <a:solidFill>
                  <a:srgbClr val="1A66FF"/>
                </a:solidFill>
                <a:latin typeface="Lora Medium"/>
                <a:ea typeface="Lora Medium"/>
                <a:cs typeface="Lora Medium"/>
                <a:sym typeface="Lora Medium"/>
              </a:rPr>
              <a:t>Обычная: a * b + c → Постфиксная: a b * c +</a:t>
            </a:r>
            <a:endParaRPr sz="1500">
              <a:solidFill>
                <a:srgbClr val="1A66FF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1500"/>
              <a:buFont typeface="Lora Medium"/>
              <a:buChar char="●"/>
            </a:pPr>
            <a:r>
              <a:rPr lang="ru" sz="1500">
                <a:solidFill>
                  <a:srgbClr val="1A66FF"/>
                </a:solidFill>
                <a:latin typeface="Lora Medium"/>
                <a:ea typeface="Lora Medium"/>
                <a:cs typeface="Lora Medium"/>
                <a:sym typeface="Lora Medium"/>
              </a:rPr>
              <a:t>Обычная: a * (b + c) → Постфиксная: a b c + *</a:t>
            </a:r>
            <a:endParaRPr sz="1500">
              <a:solidFill>
                <a:srgbClr val="1A66FF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66FF"/>
              </a:buClr>
              <a:buSzPts val="1500"/>
              <a:buChar char="●"/>
            </a:pPr>
            <a:r>
              <a:rPr lang="ru" sz="1500">
                <a:solidFill>
                  <a:srgbClr val="1A66FF"/>
                </a:solidFill>
                <a:latin typeface="Lora Medium"/>
                <a:ea typeface="Lora Medium"/>
                <a:cs typeface="Lora Medium"/>
                <a:sym typeface="Lora Medium"/>
              </a:rPr>
              <a:t>Обычная: a + b / c / d * e → Постфиксная: a b c / d / e *</a:t>
            </a:r>
            <a:r>
              <a:rPr lang="ru" sz="1500">
                <a:solidFill>
                  <a:srgbClr val="1A66FF"/>
                </a:solidFill>
                <a:latin typeface="Roboto Mono"/>
                <a:ea typeface="Roboto Mono"/>
                <a:cs typeface="Roboto Mono"/>
                <a:sym typeface="Roboto Mono"/>
              </a:rPr>
              <a:t> +</a:t>
            </a:r>
            <a:endParaRPr sz="1500">
              <a:solidFill>
                <a:srgbClr val="1A66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447504" y="420006"/>
            <a:ext cx="4164000" cy="9018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Алгоритмы и структуры данных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64" name="Google Shape;364;p37"/>
          <p:cNvSpPr txBox="1">
            <a:spLocks noGrp="1"/>
          </p:cNvSpPr>
          <p:nvPr>
            <p:ph type="body" idx="1"/>
          </p:nvPr>
        </p:nvSpPr>
        <p:spPr>
          <a:xfrm>
            <a:off x="447504" y="1545772"/>
            <a:ext cx="4560000" cy="3214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Ключевая структура данных - стек. Реализован через собственные узлы.</a:t>
            </a:r>
            <a:endParaRPr sz="17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Стек подходит для постфиксной записи, потому что:</a:t>
            </a:r>
            <a:endParaRPr sz="17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ora Medium"/>
              <a:buChar char="●"/>
            </a:pPr>
            <a:r>
              <a:rPr lang="ru" sz="17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Обрабатывает выражение слева направо</a:t>
            </a:r>
            <a:endParaRPr sz="17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ora Medium"/>
              <a:buChar char="●"/>
            </a:pPr>
            <a:r>
              <a:rPr lang="ru" sz="17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Числа накапливаются в стеке</a:t>
            </a:r>
            <a:endParaRPr sz="17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ru" sz="17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Оператор всегда применяется к двум последним числам</a:t>
            </a:r>
            <a:endParaRPr sz="17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 </a:t>
            </a:r>
            <a:endParaRPr sz="1600"/>
          </a:p>
        </p:txBody>
      </p:sp>
      <p:pic>
        <p:nvPicPr>
          <p:cNvPr id="365" name="Google Shape;36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492" y="1545775"/>
            <a:ext cx="3648509" cy="21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Алгоритмы и структуры данных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71" name="Google Shape;371;p38"/>
          <p:cNvSpPr txBox="1">
            <a:spLocks noGrp="1"/>
          </p:cNvSpPr>
          <p:nvPr>
            <p:ph type="body" idx="1"/>
          </p:nvPr>
        </p:nvSpPr>
        <p:spPr>
          <a:xfrm>
            <a:off x="628650" y="1388275"/>
            <a:ext cx="8515500" cy="375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57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Как работает алгоритм?</a:t>
            </a:r>
            <a:endParaRPr sz="2570"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816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AutoNum type="arabicPeriod"/>
            </a:pPr>
            <a:r>
              <a:rPr lang="ru" sz="257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Начало</a:t>
            </a:r>
            <a:r>
              <a:rPr lang="ru" sz="257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: получение строки, разбиение на элементы (по пробелам) + создание пустого стека</a:t>
            </a:r>
            <a:endParaRPr sz="257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4281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AutoNum type="arabicPeriod"/>
            </a:pPr>
            <a:r>
              <a:rPr lang="ru" sz="257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Для каждого элемента</a:t>
            </a:r>
            <a:r>
              <a:rPr lang="ru" sz="257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: если это число - кладём в стек (push), иначе извлекаем правый и левый операнд (pop) и выполняем операцию.</a:t>
            </a:r>
            <a:endParaRPr sz="257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4281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AutoNum type="arabicPeriod"/>
            </a:pPr>
            <a:r>
              <a:rPr lang="ru" sz="257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Кладём результат в стек (push).</a:t>
            </a:r>
            <a:endParaRPr sz="257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457200" lvl="0" indent="-34281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AutoNum type="arabicPeriod"/>
            </a:pPr>
            <a:r>
              <a:rPr lang="ru" sz="257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Все элементы обработаны и в стеке остался один элемент? Если да, выводим результат - конец, иначе - ошибка.</a:t>
            </a:r>
            <a:endParaRPr sz="257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solidFill>
                <a:srgbClr val="1A66FF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1A66FF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1A66FF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 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>
            <a:spLocks noGrp="1"/>
          </p:cNvSpPr>
          <p:nvPr>
            <p:ph type="title"/>
          </p:nvPr>
        </p:nvSpPr>
        <p:spPr>
          <a:xfrm>
            <a:off x="490500" y="2"/>
            <a:ext cx="8163000" cy="5412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Демонстрация работы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78" name="Google Shape;378;p39"/>
          <p:cNvSpPr txBox="1"/>
          <p:nvPr/>
        </p:nvSpPr>
        <p:spPr>
          <a:xfrm>
            <a:off x="43125" y="2094600"/>
            <a:ext cx="22113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Главное меню</a:t>
            </a:r>
            <a:endParaRPr sz="25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8AD263-6EB1-9E56-AAFA-C8561303E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077" y="1360456"/>
            <a:ext cx="6687483" cy="2514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>
            <a:spLocks noGrp="1"/>
          </p:cNvSpPr>
          <p:nvPr>
            <p:ph type="title"/>
          </p:nvPr>
        </p:nvSpPr>
        <p:spPr>
          <a:xfrm>
            <a:off x="490500" y="2"/>
            <a:ext cx="8163000" cy="5412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Демонстрация работы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85" name="Google Shape;385;p40"/>
          <p:cNvSpPr txBox="1"/>
          <p:nvPr/>
        </p:nvSpPr>
        <p:spPr>
          <a:xfrm>
            <a:off x="2943590" y="460280"/>
            <a:ext cx="4670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Успешное вычисление</a:t>
            </a:r>
            <a:endParaRPr sz="21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858609-0E71-E829-795A-94075BC8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76" y="1139343"/>
            <a:ext cx="8145012" cy="2781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>
            <a:spLocks noGrp="1"/>
          </p:cNvSpPr>
          <p:nvPr>
            <p:ph type="title"/>
          </p:nvPr>
        </p:nvSpPr>
        <p:spPr>
          <a:xfrm>
            <a:off x="490500" y="2"/>
            <a:ext cx="8163000" cy="5412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Тестирование и результаты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95" name="Google Shape;395;p41"/>
          <p:cNvSpPr txBox="1"/>
          <p:nvPr/>
        </p:nvSpPr>
        <p:spPr>
          <a:xfrm>
            <a:off x="6343300" y="1272550"/>
            <a:ext cx="27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Ошибка: не хватает операций</a:t>
            </a:r>
            <a:endParaRPr sz="21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96" name="Google Shape;396;p41"/>
          <p:cNvSpPr txBox="1"/>
          <p:nvPr/>
        </p:nvSpPr>
        <p:spPr>
          <a:xfrm>
            <a:off x="6759400" y="3013055"/>
            <a:ext cx="23334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Ошибка: слишком много операций</a:t>
            </a:r>
            <a:endParaRPr sz="21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5D6ED6-F286-9EF7-DA00-653EA04F9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37" y="2746128"/>
            <a:ext cx="5186696" cy="20309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0B46B2-A722-15F7-F594-C0933D920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73" y="795220"/>
            <a:ext cx="4949225" cy="16021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>
            <a:spLocks noGrp="1"/>
          </p:cNvSpPr>
          <p:nvPr>
            <p:ph type="title"/>
          </p:nvPr>
        </p:nvSpPr>
        <p:spPr>
          <a:xfrm>
            <a:off x="490500" y="2"/>
            <a:ext cx="8163000" cy="5412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Тестирование и результаты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403" name="Google Shape;403;p42"/>
          <p:cNvSpPr txBox="1"/>
          <p:nvPr/>
        </p:nvSpPr>
        <p:spPr>
          <a:xfrm>
            <a:off x="5608468" y="1076516"/>
            <a:ext cx="34959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Ошибка: отрицательное число</a:t>
            </a:r>
            <a:endParaRPr sz="21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EABE04-061F-1888-8320-985606A4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64" y="1002665"/>
            <a:ext cx="5149507" cy="1486535"/>
          </a:xfrm>
          <a:prstGeom prst="rect">
            <a:avLst/>
          </a:prstGeom>
        </p:spPr>
      </p:pic>
      <p:sp>
        <p:nvSpPr>
          <p:cNvPr id="5" name="Google Shape;403;p42">
            <a:extLst>
              <a:ext uri="{FF2B5EF4-FFF2-40B4-BE49-F238E27FC236}">
                <a16:creationId xmlns:a16="http://schemas.microsoft.com/office/drawing/2014/main" id="{7F64F12E-6FED-2093-2939-28B6C43629C7}"/>
              </a:ext>
            </a:extLst>
          </p:cNvPr>
          <p:cNvSpPr txBox="1"/>
          <p:nvPr/>
        </p:nvSpPr>
        <p:spPr>
          <a:xfrm>
            <a:off x="5551118" y="3502776"/>
            <a:ext cx="34959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Ошибка: деление на ноль</a:t>
            </a:r>
            <a:endParaRPr sz="21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5C33B0-E7FF-90A4-5891-27D31C10C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5" y="2950663"/>
            <a:ext cx="4510903" cy="174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490500" y="2"/>
            <a:ext cx="8163000" cy="5412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Тестирование и результаты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" name="Google Shape;403;p42">
            <a:extLst>
              <a:ext uri="{FF2B5EF4-FFF2-40B4-BE49-F238E27FC236}">
                <a16:creationId xmlns:a16="http://schemas.microsoft.com/office/drawing/2014/main" id="{CDA62C85-88CC-DC17-BA15-FF7320193216}"/>
              </a:ext>
            </a:extLst>
          </p:cNvPr>
          <p:cNvSpPr txBox="1"/>
          <p:nvPr/>
        </p:nvSpPr>
        <p:spPr>
          <a:xfrm>
            <a:off x="5523409" y="1293571"/>
            <a:ext cx="34959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Ошибка: недопустимый символ</a:t>
            </a:r>
            <a:endParaRPr sz="21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5" name="Google Shape;403;p42">
            <a:extLst>
              <a:ext uri="{FF2B5EF4-FFF2-40B4-BE49-F238E27FC236}">
                <a16:creationId xmlns:a16="http://schemas.microsoft.com/office/drawing/2014/main" id="{B0276128-1565-0AD1-757B-FA46797347A2}"/>
              </a:ext>
            </a:extLst>
          </p:cNvPr>
          <p:cNvSpPr txBox="1"/>
          <p:nvPr/>
        </p:nvSpPr>
        <p:spPr>
          <a:xfrm>
            <a:off x="5523409" y="3410665"/>
            <a:ext cx="34959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Ошибка: пустая строка</a:t>
            </a:r>
            <a:endParaRPr sz="21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F7A89-EBFC-387C-E8EF-2736AD6D8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00" y="775356"/>
            <a:ext cx="4334164" cy="1746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6EB49E-8F20-BC78-A4B1-C5CADF1BE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74" y="2756141"/>
            <a:ext cx="4689938" cy="1816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 txBox="1">
            <a:spLocks noGrp="1"/>
          </p:cNvSpPr>
          <p:nvPr>
            <p:ph type="title"/>
          </p:nvPr>
        </p:nvSpPr>
        <p:spPr>
          <a:xfrm>
            <a:off x="447504" y="420006"/>
            <a:ext cx="4164000" cy="9018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Заключение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420" name="Google Shape;420;p44"/>
          <p:cNvSpPr txBox="1">
            <a:spLocks noGrp="1"/>
          </p:cNvSpPr>
          <p:nvPr>
            <p:ph type="body" idx="1"/>
          </p:nvPr>
        </p:nvSpPr>
        <p:spPr>
          <a:xfrm>
            <a:off x="447500" y="1545900"/>
            <a:ext cx="5016300" cy="3597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Был создан рабочий калькулятор для вычисления выражений, записанных в постфиксной форме.</a:t>
            </a:r>
            <a:endParaRPr sz="20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Все требования были выполнены</a:t>
            </a:r>
            <a:endParaRPr sz="20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Программа работает устойчиво, дружелюбно отвечает на ошибки.</a:t>
            </a:r>
            <a:endParaRPr sz="2000" dirty="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"/>
          <p:cNvSpPr txBox="1">
            <a:spLocks noGrp="1"/>
          </p:cNvSpPr>
          <p:nvPr>
            <p:ph type="title"/>
          </p:nvPr>
        </p:nvSpPr>
        <p:spPr>
          <a:xfrm>
            <a:off x="932406" y="2143888"/>
            <a:ext cx="6858000" cy="1251300"/>
          </a:xfrm>
          <a:prstGeom prst="rect">
            <a:avLst/>
          </a:prstGeom>
        </p:spPr>
        <p:txBody>
          <a:bodyPr spcFirstLastPara="1" wrap="square" lIns="34275" tIns="34275" rIns="342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Lora SemiBold"/>
                <a:ea typeface="Lora SemiBold"/>
                <a:cs typeface="Lora SemiBold"/>
                <a:sym typeface="Lora SemiBold"/>
              </a:rPr>
              <a:t>Спасибо </a:t>
            </a:r>
            <a:r>
              <a:rPr lang="ru">
                <a:latin typeface="Lora SemiBold"/>
                <a:ea typeface="Lora SemiBold"/>
                <a:cs typeface="Lora SemiBold"/>
                <a:sym typeface="Lora SemiBold"/>
              </a:rPr>
              <a:t>за внимание</a:t>
            </a:r>
            <a:endParaRPr dirty="0"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6C1D9"/>
      </a:accent1>
      <a:accent2>
        <a:srgbClr val="32B824"/>
      </a:accent2>
      <a:accent3>
        <a:srgbClr val="A5A5A5"/>
      </a:accent3>
      <a:accent4>
        <a:srgbClr val="0563C1"/>
      </a:accent4>
      <a:accent5>
        <a:srgbClr val="002060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On-screen Show (16:9)</PresentationFormat>
  <Paragraphs>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Lora SemiBold</vt:lpstr>
      <vt:lpstr>Arial</vt:lpstr>
      <vt:lpstr>Lora</vt:lpstr>
      <vt:lpstr>Lora Medium</vt:lpstr>
      <vt:lpstr>Roboto Mono</vt:lpstr>
      <vt:lpstr>Тема Office</vt:lpstr>
      <vt:lpstr>Калькулятор постфиксной записи</vt:lpstr>
      <vt:lpstr>Постановка задачи</vt:lpstr>
      <vt:lpstr>Постановка задачи</vt:lpstr>
      <vt:lpstr>Алгоритмы и структуры данных</vt:lpstr>
      <vt:lpstr>Алгоритмы и структуры данных</vt:lpstr>
      <vt:lpstr>Демонстрация работы</vt:lpstr>
      <vt:lpstr>Демонстрация работы</vt:lpstr>
      <vt:lpstr>Тестирование и результаты</vt:lpstr>
      <vt:lpstr>Тестирование и результаты</vt:lpstr>
      <vt:lpstr>Тестирование и результаты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Follow Veona</cp:lastModifiedBy>
  <cp:revision>2</cp:revision>
  <dcterms:modified xsi:type="dcterms:W3CDTF">2026-06-21T11:58:41Z</dcterms:modified>
</cp:coreProperties>
</file>